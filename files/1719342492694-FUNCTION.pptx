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5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3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3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7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1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9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5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0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82705-3CA1-48BF-9E97-EF144045746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BA885-59D1-4BB0-9D4D-31F2F28A9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4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295399"/>
          </a:xfrm>
        </p:spPr>
        <p:txBody>
          <a:bodyPr/>
          <a:lstStyle/>
          <a:p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err="1" smtClean="0"/>
              <a:t>Nupur</a:t>
            </a:r>
            <a:r>
              <a:rPr lang="en-US" dirty="0" smtClean="0"/>
              <a:t> Boral</a:t>
            </a:r>
          </a:p>
        </p:txBody>
      </p:sp>
    </p:spTree>
    <p:extLst>
      <p:ext uri="{BB962C8B-B14F-4D97-AF65-F5344CB8AC3E}">
        <p14:creationId xmlns:p14="http://schemas.microsoft.com/office/powerpoint/2010/main" val="239250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Function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A function is a self-contained block of statements that perform a coherent task of some kind. Every C program can be thought of as a collection of these functions. As we noted earlier, using a function is something like hiring a person to do a specific job for you. Sometimes</a:t>
            </a:r>
          </a:p>
          <a:p>
            <a:pPr marL="0" indent="0" algn="just">
              <a:buNone/>
            </a:pPr>
            <a:r>
              <a:rPr lang="en-US" dirty="0" smtClean="0"/>
              <a:t>the interaction with this person is very simple; sometimes it’s complex.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23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"/>
            <a:ext cx="5334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81400"/>
            <a:ext cx="58674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321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457200"/>
            <a:ext cx="59436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19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2000"/>
            <a:ext cx="6629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6705600" cy="182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43400"/>
            <a:ext cx="6477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37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81001"/>
            <a:ext cx="5486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410200"/>
            <a:ext cx="5334000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42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815339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90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"/>
            <a:ext cx="7848599" cy="541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700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7924800" cy="518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1900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1"/>
            <a:ext cx="6476999" cy="424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48200"/>
            <a:ext cx="5867400" cy="130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20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There are basically two types of functions: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Library functions Ex. </a:t>
            </a:r>
            <a:r>
              <a:rPr lang="en-US" dirty="0" err="1" smtClean="0"/>
              <a:t>printf</a:t>
            </a:r>
            <a:r>
              <a:rPr lang="en-US" dirty="0" smtClean="0"/>
              <a:t>( ), </a:t>
            </a:r>
            <a:r>
              <a:rPr lang="en-US" dirty="0" err="1" smtClean="0"/>
              <a:t>scanf</a:t>
            </a:r>
            <a:r>
              <a:rPr lang="en-US" dirty="0" smtClean="0"/>
              <a:t>( ), etc.</a:t>
            </a:r>
          </a:p>
          <a:p>
            <a:r>
              <a:rPr lang="en-US" dirty="0" smtClean="0"/>
              <a:t>User-defined functions Ex. </a:t>
            </a:r>
            <a:r>
              <a:rPr lang="en-US" dirty="0" err="1" smtClean="0"/>
              <a:t>argentina</a:t>
            </a:r>
            <a:r>
              <a:rPr lang="en-US" dirty="0" smtClean="0"/>
              <a:t>( ), brazil( ),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28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Why use functions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Writing functions avoids rewriting the same code over and over. </a:t>
            </a:r>
          </a:p>
          <a:p>
            <a:r>
              <a:rPr lang="en-US" dirty="0" smtClean="0"/>
              <a:t>By using functions it becomes easier to write programs and keep track of what they are doing.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8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Passing Values between functions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6781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963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Scope Rule of Functions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066801"/>
            <a:ext cx="6004596" cy="320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343401"/>
            <a:ext cx="5943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1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800"/>
            <a:ext cx="8229600" cy="19812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5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150</Words>
  <Application>Microsoft Office PowerPoint</Application>
  <PresentationFormat>On-screen Show (4:3)</PresentationFormat>
  <Paragraphs>17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FUNCTION</vt:lpstr>
      <vt:lpstr>What is Function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use functions ?</vt:lpstr>
      <vt:lpstr>Passing Values between functions</vt:lpstr>
      <vt:lpstr>Scope Rule of Functions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</dc:title>
  <dc:creator>user</dc:creator>
  <cp:lastModifiedBy>user</cp:lastModifiedBy>
  <cp:revision>10</cp:revision>
  <dcterms:created xsi:type="dcterms:W3CDTF">2021-02-23T07:36:41Z</dcterms:created>
  <dcterms:modified xsi:type="dcterms:W3CDTF">2021-02-23T08:47:52Z</dcterms:modified>
</cp:coreProperties>
</file>